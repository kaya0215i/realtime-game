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5F1999-A794-87BF-F319-C1F415B1F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B959A4-D09E-B4E3-197B-43E2C3163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E8505F-16BF-97D8-8FED-5B395D14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698954-9028-01D5-BA97-991FD169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40DC0-034F-83AE-E156-2C7316AC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17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3B701-75F0-03BC-6825-8B405961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9FAAB1-16C4-2A5E-6B9F-4337F27A0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4FC025-E098-1D2D-3B74-EBF0638C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10AA5-B6DE-5EDC-2BE0-9188882E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BA5CA9-F4C0-3D70-C474-C0EA9268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466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B33D49-FA90-376F-5771-68FA251B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B264CE-A09B-3FEF-5F56-D90666AD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4D9B46-BA36-6464-ED7F-9802FFE8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236FFD-285E-280C-943E-3C94CA93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71DFCF-83F4-DFAE-B95C-7F3918B80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05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3F799-F8DC-1D96-16D2-9375C62F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D7D301-ED21-4EA7-E8C0-4743054E9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0974F6-644A-A4D1-C013-4F012AE2B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F07A17-0E4D-3295-CC76-09980E86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06780C-3E14-F87A-A80F-A51DE4004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D843E3-82E4-6206-3C7A-538E63DF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43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7333A-F319-FCE7-9E2A-6DAE95C1F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322A88-85E2-E565-5095-A4E7FDD52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751487-E06E-7CE3-8E11-24E2F010F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9B69D2-FA52-95AC-82FF-8059DB93C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587A04-EC84-E54F-D0ED-4ADDA2DAA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394178-5085-A4AF-955B-5D3FF7B0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2CEBCA-8007-B0D8-F55A-E4425B78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388BF4-02C9-85CD-7A08-68D71000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53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60D0A-7472-1B9F-F2E4-E2019EFA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CB8CC96-A5BA-D806-B3F7-9309C4B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C701F1-2F0D-26BC-4D9C-B6775337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633F53-026B-B425-B427-A3E04F06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42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D7A6C03-B0BB-17C7-D98B-0FD885A6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6BF60F-7B35-F3B1-7E76-A5D861B2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BF78DD-FFB0-8DAD-381A-869288D2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49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45A491-7E80-DA13-7069-710AC4A0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5A7C86-2AC3-41E5-CF23-621EDA376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5AA8F6-1D77-2BDD-D188-B84603F3A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2E1F24-1095-3CCC-2725-838474A5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279521-7A7E-571B-A936-60546DE9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02CD27-CB5D-C6E1-B498-E4A274DA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87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76C8B-9F10-3DF4-F853-1083AE2B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293DC1-399F-E5D8-6F39-B6A64AFC6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86CE3E-27D6-F25A-5D5E-9756B6462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305E35-903D-4E66-D998-8653A75F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2B2E63-FA95-68A9-2D46-1F7371B6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091AE0-1AF1-AFF7-5BF5-9B90A510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85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436241-2B74-FFB0-8DD4-973BE8DF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A199AB-4C83-7A13-FB2A-04ED0DB70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DAC6E5-2800-968F-B2D7-0DD8B77D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A52292-E270-B370-634A-40BBD6A1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C1D5A0-0785-4C77-DD78-9D52B0CC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18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820DA44-9D9C-4A2B-B87C-0C4679732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F38C65-55D3-7223-9994-0CA87CB8B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5A4234-5B20-6264-4C6A-10F733F1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B8F0AB-CF01-2880-FEFA-E49AAB19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3FEA4-4563-EA04-B70E-D8B13EF0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18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B09AE7-260C-0CF7-F74A-BE4B8923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8B69BD-03E5-97A7-2B55-B2D48D1F5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B13AD0-180E-C255-CAB5-3937A6CD8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D7529-B78D-48E2-9EA7-B4920BF3809B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63C1DE-86EB-B5CF-B400-6B1F483A5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37B6A0-E130-BFBF-ECC2-3176675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B4431-4DC3-41D2-AD65-E648F26D6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71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EFB0DD-7830-9B07-E48B-67E1A13A00BF}"/>
              </a:ext>
            </a:extLst>
          </p:cNvPr>
          <p:cNvSpPr txBox="1"/>
          <p:nvPr/>
        </p:nvSpPr>
        <p:spPr>
          <a:xfrm>
            <a:off x="2711466" y="2954641"/>
            <a:ext cx="6955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dirty="0"/>
              <a:t>リアルタイムゲーム企画書</a:t>
            </a:r>
          </a:p>
        </p:txBody>
      </p:sp>
    </p:spTree>
    <p:extLst>
      <p:ext uri="{BB962C8B-B14F-4D97-AF65-F5344CB8AC3E}">
        <p14:creationId xmlns:p14="http://schemas.microsoft.com/office/powerpoint/2010/main" val="214118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BE1652-A377-F389-6CBB-F71DE24EEF16}"/>
              </a:ext>
            </a:extLst>
          </p:cNvPr>
          <p:cNvSpPr txBox="1"/>
          <p:nvPr/>
        </p:nvSpPr>
        <p:spPr>
          <a:xfrm>
            <a:off x="6282137" y="50208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ジャンル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DDE9A4-0133-2DAB-7D82-433DD1CFC7F3}"/>
              </a:ext>
            </a:extLst>
          </p:cNvPr>
          <p:cNvSpPr txBox="1"/>
          <p:nvPr/>
        </p:nvSpPr>
        <p:spPr>
          <a:xfrm>
            <a:off x="6770748" y="186422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・アクション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B72EEA-209F-229C-CFA7-63A85B680231}"/>
              </a:ext>
            </a:extLst>
          </p:cNvPr>
          <p:cNvSpPr txBox="1"/>
          <p:nvPr/>
        </p:nvSpPr>
        <p:spPr>
          <a:xfrm>
            <a:off x="6773314" y="276610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・協力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A5C2E2-184E-9745-81DD-F64C63587F7A}"/>
              </a:ext>
            </a:extLst>
          </p:cNvPr>
          <p:cNvSpPr txBox="1"/>
          <p:nvPr/>
        </p:nvSpPr>
        <p:spPr>
          <a:xfrm>
            <a:off x="6826590" y="367279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・対戦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496F10-E6B0-B6F0-6452-7967CE2EBE7F}"/>
              </a:ext>
            </a:extLst>
          </p:cNvPr>
          <p:cNvSpPr txBox="1"/>
          <p:nvPr/>
        </p:nvSpPr>
        <p:spPr>
          <a:xfrm>
            <a:off x="791083" y="50208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テーマ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18EE59-5896-04CB-52A5-39E2A9CB4FA4}"/>
              </a:ext>
            </a:extLst>
          </p:cNvPr>
          <p:cNvSpPr txBox="1"/>
          <p:nvPr/>
        </p:nvSpPr>
        <p:spPr>
          <a:xfrm>
            <a:off x="1088600" y="232589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/>
              <a:t>鬼ごっこ</a:t>
            </a:r>
            <a:endParaRPr kumimoji="1" lang="ja-JP" altLang="en-US" sz="28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D52F0D-9A9C-44F7-5230-90FDDDCF80C2}"/>
              </a:ext>
            </a:extLst>
          </p:cNvPr>
          <p:cNvSpPr txBox="1"/>
          <p:nvPr/>
        </p:nvSpPr>
        <p:spPr>
          <a:xfrm>
            <a:off x="1193606" y="538867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全年齢対象</a:t>
            </a:r>
          </a:p>
        </p:txBody>
      </p:sp>
    </p:spTree>
    <p:extLst>
      <p:ext uri="{BB962C8B-B14F-4D97-AF65-F5344CB8AC3E}">
        <p14:creationId xmlns:p14="http://schemas.microsoft.com/office/powerpoint/2010/main" val="69565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66544A-A0BB-5F8E-7C68-11B6CD73B40C}"/>
              </a:ext>
            </a:extLst>
          </p:cNvPr>
          <p:cNvSpPr txBox="1"/>
          <p:nvPr/>
        </p:nvSpPr>
        <p:spPr>
          <a:xfrm>
            <a:off x="1701308" y="1411736"/>
            <a:ext cx="2690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・</a:t>
            </a:r>
            <a:r>
              <a:rPr kumimoji="1" lang="en-US" altLang="ja-JP" sz="3200" dirty="0"/>
              <a:t>1vs4</a:t>
            </a:r>
            <a:r>
              <a:rPr kumimoji="1" lang="ja-JP" altLang="en-US" sz="3200" dirty="0"/>
              <a:t>で遊ぶ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611DA8-D2A5-C86F-85B0-1088D88531F4}"/>
              </a:ext>
            </a:extLst>
          </p:cNvPr>
          <p:cNvSpPr txBox="1"/>
          <p:nvPr/>
        </p:nvSpPr>
        <p:spPr>
          <a:xfrm>
            <a:off x="1701308" y="2865165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・第五人格のようなゲーム性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401E7D-1638-9A79-C5B5-0FFBBB1BD241}"/>
              </a:ext>
            </a:extLst>
          </p:cNvPr>
          <p:cNvSpPr txBox="1"/>
          <p:nvPr/>
        </p:nvSpPr>
        <p:spPr>
          <a:xfrm>
            <a:off x="1701308" y="4145080"/>
            <a:ext cx="91614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</a:t>
            </a:r>
            <a:r>
              <a:rPr lang="ja-JP" altLang="en-US" sz="2800" dirty="0"/>
              <a:t>ただオリジナル要素を強くしてゲーム性はそのままに</a:t>
            </a:r>
            <a:endParaRPr lang="en-US" altLang="ja-JP" sz="2800" dirty="0"/>
          </a:p>
          <a:p>
            <a:r>
              <a:rPr lang="ja-JP" altLang="en-US" sz="2800" dirty="0"/>
              <a:t>　新しいものを作る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8049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6302C9-C1DB-D594-54B7-00ABCF6B7D0B}"/>
              </a:ext>
            </a:extLst>
          </p:cNvPr>
          <p:cNvSpPr txBox="1"/>
          <p:nvPr/>
        </p:nvSpPr>
        <p:spPr>
          <a:xfrm>
            <a:off x="607273" y="36994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ゲーム要素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B7B75F-CE1F-ABA2-EB0B-8152990CB52D}"/>
              </a:ext>
            </a:extLst>
          </p:cNvPr>
          <p:cNvSpPr txBox="1"/>
          <p:nvPr/>
        </p:nvSpPr>
        <p:spPr>
          <a:xfrm>
            <a:off x="1301523" y="1362104"/>
            <a:ext cx="5482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鬼側</a:t>
            </a:r>
            <a:r>
              <a:rPr kumimoji="1" lang="en-US" altLang="ja-JP" sz="2400" dirty="0"/>
              <a:t>(1</a:t>
            </a:r>
            <a:r>
              <a:rPr kumimoji="1" lang="ja-JP" altLang="en-US" sz="2400" dirty="0"/>
              <a:t>人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と逃げる側</a:t>
            </a:r>
            <a:r>
              <a:rPr kumimoji="1" lang="en-US" altLang="ja-JP" sz="2400" dirty="0"/>
              <a:t>(1</a:t>
            </a:r>
            <a:r>
              <a:rPr kumimoji="1" lang="ja-JP" altLang="en-US" sz="2400" dirty="0"/>
              <a:t>～</a:t>
            </a:r>
            <a:r>
              <a:rPr lang="en-US" altLang="ja-JP" sz="2400" dirty="0"/>
              <a:t>4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に分かれ</a:t>
            </a:r>
            <a:r>
              <a:rPr lang="ja-JP" altLang="en-US" sz="2400" dirty="0"/>
              <a:t>る</a:t>
            </a:r>
            <a:endParaRPr kumimoji="1" lang="ja-JP" altLang="en-US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60C300-8C73-4AD0-3305-E501B3BF0D81}"/>
              </a:ext>
            </a:extLst>
          </p:cNvPr>
          <p:cNvSpPr txBox="1"/>
          <p:nvPr/>
        </p:nvSpPr>
        <p:spPr>
          <a:xfrm>
            <a:off x="1713353" y="2585091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・逃げる側は鬼から逃げながらタスクをこなし脱出する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28929D-2D69-4CF8-6D6A-FACDD4D67141}"/>
              </a:ext>
            </a:extLst>
          </p:cNvPr>
          <p:cNvSpPr txBox="1"/>
          <p:nvPr/>
        </p:nvSpPr>
        <p:spPr>
          <a:xfrm>
            <a:off x="1713353" y="3811244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・鬼側は</a:t>
            </a:r>
            <a:r>
              <a:rPr lang="ja-JP" altLang="en-US" sz="2400" dirty="0"/>
              <a:t>逃げられないように捕まえていく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8119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78</Words>
  <Application>Microsoft Office PowerPoint</Application>
  <PresentationFormat>ワイド画面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館洞　輝優</dc:creator>
  <cp:lastModifiedBy>館洞　輝優</cp:lastModifiedBy>
  <cp:revision>5</cp:revision>
  <dcterms:created xsi:type="dcterms:W3CDTF">2025-11-07T04:12:11Z</dcterms:created>
  <dcterms:modified xsi:type="dcterms:W3CDTF">2025-11-14T03:27:38Z</dcterms:modified>
</cp:coreProperties>
</file>