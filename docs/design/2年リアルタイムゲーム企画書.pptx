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5F1999-A794-87BF-F319-C1F415B1F8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B959A4-D09E-B4E3-197B-43E2C31631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DE8505F-16BF-97D8-8FED-5B395D142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698954-9028-01D5-BA97-991FD169F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B40DC0-034F-83AE-E156-2C7316AC4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173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F3B701-75F0-03BC-6825-8B4059614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9FAAB1-16C4-2A5E-6B9F-4337F27A0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4FC025-E098-1D2D-3B74-EBF0638C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210AA5-B6DE-5EDC-2BE0-9188882E4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BA5CA9-F4C0-3D70-C474-C0EA9268C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4660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B33D49-FA90-376F-5771-68FA251B2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B264CE-A09B-3FEF-5F56-D90666AD5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4D9B46-BA36-6464-ED7F-9802FFE81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236FFD-285E-280C-943E-3C94CA93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71DFCF-83F4-DFAE-B95C-7F3918B80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054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A3F799-F8DC-1D96-16D2-9375C62F8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FD7D301-ED21-4EA7-E8C0-4743054E96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10974F6-644A-A4D1-C013-4F012AE2B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6F07A17-0E4D-3295-CC76-09980E869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06780C-3E14-F87A-A80F-A51DE4004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7D843E3-82E4-6206-3C7A-538E63DF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34322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E7333A-F319-FCE7-9E2A-6DAE95C1F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9322A88-85E2-E565-5095-A4E7FDD52E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5751487-E06E-7CE3-8E11-24E2F010F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79B69D2-FA52-95AC-82FF-8059DB93C8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E587A04-EC84-E54F-D0ED-4ADDA2DAA6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3394178-5085-A4AF-955B-5D3FF7B07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22CEBCA-8007-B0D8-F55A-E4425B780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8388BF4-02C9-85CD-7A08-68D710002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3533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F60D0A-7472-1B9F-F2E4-E2019EFA8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CB8CC96-A5BA-D806-B3F7-9309C4B48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DC701F1-2F0D-26BC-4D9C-B6775337C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F633F53-026B-B425-B427-A3E04F066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7423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D7A6C03-B0BB-17C7-D98B-0FD885A61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D6BF60F-7B35-F3B1-7E76-A5D861B2C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DBF78DD-FFB0-8DAD-381A-869288D20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0499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45A491-7E80-DA13-7069-710AC4A09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E5A7C86-2AC3-41E5-CF23-621EDA376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5AA8F6-1D77-2BDD-D188-B84603F3A6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2E1F24-1095-3CCC-2725-838474A5A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2279521-7A7E-571B-A936-60546DE90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102CD27-CB5D-C6E1-B498-E4A274DA9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874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D76C8B-9F10-3DF4-F853-1083AE2B5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B293DC1-399F-E5D8-6F39-B6A64AFC65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C86CE3E-27D6-F25A-5D5E-9756B6462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2305E35-903D-4E66-D998-8653A75FA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52B2E63-FA95-68A9-2D46-1F7371B6A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0091AE0-1AF1-AFF7-5BF5-9B90A5102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4850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436241-2B74-FFB0-8DD4-973BE8DF3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A199AB-4C83-7A13-FB2A-04ED0DB700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DAC6E5-2800-968F-B2D7-0DD8B77DE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A52292-E270-B370-634A-40BBD6A1E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C1D5A0-0785-4C77-DD78-9D52B0CC5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1186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820DA44-9D9C-4A2B-B87C-0C46797328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FF38C65-55D3-7223-9994-0CA87CB8B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A4234-5B20-6264-4C6A-10F733F18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B8F0AB-CF01-2880-FEFA-E49AAB191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3FEA4-4563-EA04-B70E-D8B13EF0D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1188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FB09AE7-260C-0CF7-F74A-BE4B8923C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8B69BD-03E5-97A7-2B55-B2D48D1F51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B13AD0-180E-C255-CAB5-3937A6CD8C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5D7529-B78D-48E2-9EA7-B4920BF3809B}" type="datetimeFigureOut">
              <a:rPr kumimoji="1" lang="ja-JP" altLang="en-US" smtClean="0"/>
              <a:t>2025/11/14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63C1DE-86EB-B5CF-B400-6B1F483A59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37B6A0-E130-BFBF-ECC2-31766758BD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B4431-4DC3-41D2-AD65-E648F26D67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0713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CEFB0DD-7830-9B07-E48B-67E1A13A00BF}"/>
              </a:ext>
            </a:extLst>
          </p:cNvPr>
          <p:cNvSpPr txBox="1"/>
          <p:nvPr/>
        </p:nvSpPr>
        <p:spPr>
          <a:xfrm>
            <a:off x="2711466" y="2954641"/>
            <a:ext cx="695575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/>
              <a:t>リアルタイムゲーム企画書</a:t>
            </a:r>
          </a:p>
        </p:txBody>
      </p:sp>
    </p:spTree>
    <p:extLst>
      <p:ext uri="{BB962C8B-B14F-4D97-AF65-F5344CB8AC3E}">
        <p14:creationId xmlns:p14="http://schemas.microsoft.com/office/powerpoint/2010/main" val="214118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BF5914E-5397-9F63-3867-8C2417C112FF}"/>
              </a:ext>
            </a:extLst>
          </p:cNvPr>
          <p:cNvSpPr txBox="1"/>
          <p:nvPr/>
        </p:nvSpPr>
        <p:spPr>
          <a:xfrm>
            <a:off x="1095883" y="1158704"/>
            <a:ext cx="26901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・</a:t>
            </a:r>
            <a:r>
              <a:rPr kumimoji="1" lang="en-US" altLang="ja-JP" sz="3200" dirty="0"/>
              <a:t>1vs4</a:t>
            </a:r>
            <a:r>
              <a:rPr kumimoji="1" lang="ja-JP" altLang="en-US" sz="3200" dirty="0"/>
              <a:t>で遊ぶ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FD2ED14-F6BD-E427-A25B-72C0D35AD30F}"/>
              </a:ext>
            </a:extLst>
          </p:cNvPr>
          <p:cNvSpPr txBox="1"/>
          <p:nvPr/>
        </p:nvSpPr>
        <p:spPr>
          <a:xfrm>
            <a:off x="1095883" y="2844225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・第五人格のようなゲーム性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FA1F0-B406-5686-4495-B1D99F4BC5D1}"/>
              </a:ext>
            </a:extLst>
          </p:cNvPr>
          <p:cNvSpPr txBox="1"/>
          <p:nvPr/>
        </p:nvSpPr>
        <p:spPr>
          <a:xfrm>
            <a:off x="1095883" y="4319584"/>
            <a:ext cx="916148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</a:t>
            </a:r>
            <a:r>
              <a:rPr lang="ja-JP" altLang="en-US" sz="2800" dirty="0"/>
              <a:t>ただオリジナル要素を強くしてゲーム性はそのままに</a:t>
            </a:r>
            <a:endParaRPr lang="en-US" altLang="ja-JP" sz="2800" dirty="0"/>
          </a:p>
          <a:p>
            <a:r>
              <a:rPr lang="ja-JP" altLang="en-US" sz="2800" dirty="0"/>
              <a:t>　新しいものを作る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14312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6302C9-C1DB-D594-54B7-00ABCF6B7D0B}"/>
              </a:ext>
            </a:extLst>
          </p:cNvPr>
          <p:cNvSpPr txBox="1"/>
          <p:nvPr/>
        </p:nvSpPr>
        <p:spPr>
          <a:xfrm>
            <a:off x="607273" y="369948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/>
              <a:t>ゲーム要素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B7B75F-CE1F-ABA2-EB0B-8152990CB52D}"/>
              </a:ext>
            </a:extLst>
          </p:cNvPr>
          <p:cNvSpPr txBox="1"/>
          <p:nvPr/>
        </p:nvSpPr>
        <p:spPr>
          <a:xfrm>
            <a:off x="1301523" y="1362104"/>
            <a:ext cx="5482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鬼側</a:t>
            </a:r>
            <a:r>
              <a:rPr kumimoji="1" lang="en-US" altLang="ja-JP" sz="2400" dirty="0"/>
              <a:t>(1</a:t>
            </a:r>
            <a:r>
              <a:rPr kumimoji="1" lang="ja-JP" altLang="en-US" sz="2400" dirty="0"/>
              <a:t>人</a:t>
            </a:r>
            <a:r>
              <a:rPr kumimoji="1" lang="en-US" altLang="ja-JP" sz="2400" dirty="0"/>
              <a:t>)</a:t>
            </a:r>
            <a:r>
              <a:rPr kumimoji="1" lang="ja-JP" altLang="en-US" sz="2400" dirty="0"/>
              <a:t>と逃げる側</a:t>
            </a:r>
            <a:r>
              <a:rPr kumimoji="1" lang="en-US" altLang="ja-JP" sz="2400" dirty="0"/>
              <a:t>(1</a:t>
            </a:r>
            <a:r>
              <a:rPr kumimoji="1" lang="ja-JP" altLang="en-US" sz="2400" dirty="0"/>
              <a:t>～</a:t>
            </a:r>
            <a:r>
              <a:rPr lang="en-US" altLang="ja-JP" sz="2400" dirty="0"/>
              <a:t>4</a:t>
            </a:r>
            <a:r>
              <a:rPr kumimoji="1" lang="en-US" altLang="ja-JP" sz="2400" dirty="0"/>
              <a:t>)</a:t>
            </a:r>
            <a:r>
              <a:rPr kumimoji="1" lang="ja-JP" altLang="en-US" sz="2400" dirty="0"/>
              <a:t>に分かれ</a:t>
            </a:r>
            <a:r>
              <a:rPr lang="ja-JP" altLang="en-US" sz="2400" dirty="0"/>
              <a:t>る</a:t>
            </a:r>
            <a:endParaRPr kumimoji="1" lang="ja-JP" altLang="en-US" sz="24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60C300-8C73-4AD0-3305-E501B3BF0D81}"/>
              </a:ext>
            </a:extLst>
          </p:cNvPr>
          <p:cNvSpPr txBox="1"/>
          <p:nvPr/>
        </p:nvSpPr>
        <p:spPr>
          <a:xfrm>
            <a:off x="1713353" y="2585091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・逃げる側は鬼から逃げながらタスクをこなし脱出する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28929D-2D69-4CF8-6D6A-FACDD4D67141}"/>
              </a:ext>
            </a:extLst>
          </p:cNvPr>
          <p:cNvSpPr txBox="1"/>
          <p:nvPr/>
        </p:nvSpPr>
        <p:spPr>
          <a:xfrm>
            <a:off x="1713353" y="3811244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・鬼側は</a:t>
            </a:r>
            <a:r>
              <a:rPr lang="ja-JP" altLang="en-US" sz="2400" dirty="0"/>
              <a:t>逃げられないように捕まえていく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481196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67</Words>
  <Application>Microsoft Office PowerPoint</Application>
  <PresentationFormat>ワイド画面</PresentationFormat>
  <Paragraphs>9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館洞　輝優</dc:creator>
  <cp:lastModifiedBy>館洞　輝優</cp:lastModifiedBy>
  <cp:revision>4</cp:revision>
  <dcterms:created xsi:type="dcterms:W3CDTF">2025-11-07T04:12:11Z</dcterms:created>
  <dcterms:modified xsi:type="dcterms:W3CDTF">2025-11-14T00:42:51Z</dcterms:modified>
</cp:coreProperties>
</file>